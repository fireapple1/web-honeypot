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hjVS6Y+I0u9QZgox4m4hqwonS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" name="Google Shape;18;p1"/>
          <p:cNvCxnSpPr/>
          <p:nvPr/>
        </p:nvCxnSpPr>
        <p:spPr>
          <a:xfrm>
            <a:off x="0" y="370332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1170432" y="3410712"/>
            <a:ext cx="585216" cy="58521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0436047" y="3410712"/>
            <a:ext cx="585216" cy="58521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0" y="1828800"/>
            <a:ext cx="12191695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7800"/>
              <a:buFont typeface="Arial Black"/>
              <a:buNone/>
            </a:pPr>
            <a:r>
              <a:rPr b="1" i="0" lang="en-US" sz="7800" u="none" cap="none" strike="noStrike">
                <a:solidFill>
                  <a:srgbClr val="2C2C2C"/>
                </a:solidFill>
                <a:latin typeface="Arial Black"/>
                <a:ea typeface="Arial Black"/>
                <a:cs typeface="Arial Black"/>
                <a:sym typeface="Arial Black"/>
              </a:rPr>
              <a:t>Web Honeypot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0" y="4023360"/>
            <a:ext cx="121916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트래픽 수집 · 분류 · 시각화 시스템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181448" y="6144768"/>
            <a:ext cx="1828800" cy="45720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/>
              <a:t>도현서/원재준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2"/>
          <p:cNvCxnSpPr/>
          <p:nvPr/>
        </p:nvCxnSpPr>
        <p:spPr>
          <a:xfrm>
            <a:off x="0" y="146304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2"/>
          <p:cNvCxnSpPr/>
          <p:nvPr/>
        </p:nvCxnSpPr>
        <p:spPr>
          <a:xfrm>
            <a:off x="502920" y="0"/>
            <a:ext cx="0" cy="146304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2"/>
          <p:cNvCxnSpPr/>
          <p:nvPr/>
        </p:nvCxnSpPr>
        <p:spPr>
          <a:xfrm>
            <a:off x="11688775" y="1463040"/>
            <a:ext cx="0" cy="539496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1179576" y="539496"/>
            <a:ext cx="475488" cy="475488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2103120" y="22860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4400"/>
              <a:buFont typeface="Arial Black"/>
              <a:buNone/>
            </a:pPr>
            <a:r>
              <a:rPr b="1" i="1" lang="en-US" sz="4400" u="none" cap="none" strike="noStrike">
                <a:solidFill>
                  <a:srgbClr val="2C2C2C"/>
                </a:solidFill>
                <a:latin typeface="Arial Black"/>
                <a:ea typeface="Arial Black"/>
                <a:cs typeface="Arial Black"/>
                <a:sym typeface="Arial Black"/>
              </a:rPr>
              <a:t>About Project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22960" y="219456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취약한 서버처럼 위장하여 실제 공격 트래픽을 수집·분석하는 저상호작용 웹 허니팟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22960" y="301752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공인 IP에 노출된 서버는 끊임없이 자동화된 스캔과 공격을 받습니다. 이 프로젝트는 가짜 로그인 폼·환경설정 파일·관리자 페이지 같은 미끼 엔드포인트를 노출시켜 공격자가 어떤 경로로, 어떤 페이로드로, 어떤 도구로 들어오는지를 자동 수집하고 분류합니다.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97280" y="5120640"/>
            <a:ext cx="2377440" cy="50292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097280" y="51206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트래픽 수집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480560" y="5120640"/>
            <a:ext cx="2377440" cy="50292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480560" y="51206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유형 분류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863840" y="5120640"/>
            <a:ext cx="2377440" cy="50292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863840" y="51206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시각화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076127" y="6016752"/>
            <a:ext cx="402336" cy="40233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3"/>
          <p:cNvCxnSpPr/>
          <p:nvPr/>
        </p:nvCxnSpPr>
        <p:spPr>
          <a:xfrm>
            <a:off x="402336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1773936" y="1042416"/>
            <a:ext cx="475488" cy="475488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274320" y="28346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5000"/>
              <a:buFont typeface="Arial Black"/>
              <a:buNone/>
            </a:pPr>
            <a:r>
              <a:rPr b="1" i="1" lang="en-US" sz="5000" u="none" cap="none" strike="noStrike">
                <a:solidFill>
                  <a:srgbClr val="2C2C2C"/>
                </a:solidFill>
                <a:latin typeface="Arial Black"/>
                <a:ea typeface="Arial Black"/>
                <a:cs typeface="Arial Black"/>
                <a:sym typeface="Arial Black"/>
              </a:rPr>
              <a:t>System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74320" y="3657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구조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810512" y="5376672"/>
            <a:ext cx="402336" cy="40233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" name="Google Shape;55;p3"/>
          <p:cNvCxnSpPr/>
          <p:nvPr/>
        </p:nvCxnSpPr>
        <p:spPr>
          <a:xfrm>
            <a:off x="4572000" y="640080"/>
            <a:ext cx="725393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3"/>
          <p:cNvSpPr/>
          <p:nvPr/>
        </p:nvSpPr>
        <p:spPr>
          <a:xfrm>
            <a:off x="11350447" y="438912"/>
            <a:ext cx="402336" cy="40233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937760" y="1051560"/>
            <a:ext cx="5029200" cy="77724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166360" y="1097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166360" y="143560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HTTP 요청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3"/>
          <p:cNvCxnSpPr/>
          <p:nvPr/>
        </p:nvCxnSpPr>
        <p:spPr>
          <a:xfrm>
            <a:off x="7452360" y="1828800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"/>
          <p:cNvSpPr/>
          <p:nvPr/>
        </p:nvSpPr>
        <p:spPr>
          <a:xfrm rot="10800000">
            <a:off x="7379208" y="198424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937760" y="2148840"/>
            <a:ext cx="5029200" cy="77724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166360" y="2194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C 서버  :8080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166360" y="25328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raw socket · 가짜 응답 · 로그 INSERT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3"/>
          <p:cNvCxnSpPr/>
          <p:nvPr/>
        </p:nvCxnSpPr>
        <p:spPr>
          <a:xfrm>
            <a:off x="7452360" y="2926080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3"/>
          <p:cNvSpPr/>
          <p:nvPr/>
        </p:nvSpPr>
        <p:spPr>
          <a:xfrm rot="10800000">
            <a:off x="7379208" y="308152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937760" y="3246120"/>
            <a:ext cx="5029200" cy="77724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166360" y="3291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 DB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166360" y="36301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attack_logs (WAL)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3"/>
          <p:cNvCxnSpPr/>
          <p:nvPr/>
        </p:nvCxnSpPr>
        <p:spPr>
          <a:xfrm>
            <a:off x="7452360" y="4023360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3"/>
          <p:cNvSpPr/>
          <p:nvPr/>
        </p:nvSpPr>
        <p:spPr>
          <a:xfrm rot="10800000">
            <a:off x="7379208" y="417880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937760" y="4343400"/>
            <a:ext cx="5029200" cy="77724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166360" y="4389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Kotlin API  :8081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166360" y="472744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유형 자동 분류 · 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7452360" y="5120640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3"/>
          <p:cNvSpPr/>
          <p:nvPr/>
        </p:nvSpPr>
        <p:spPr>
          <a:xfrm rot="10800000">
            <a:off x="7379208" y="5276088"/>
            <a:ext cx="146304" cy="146304"/>
          </a:xfrm>
          <a:prstGeom prst="triangle">
            <a:avLst>
              <a:gd fmla="val 500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937760" y="5440680"/>
            <a:ext cx="5029200" cy="77724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166360" y="5486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대시보드 :5173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166360" y="58247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통계 · 로그 테이블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4"/>
          <p:cNvCxnSpPr/>
          <p:nvPr/>
        </p:nvCxnSpPr>
        <p:spPr>
          <a:xfrm>
            <a:off x="0" y="141732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4"/>
          <p:cNvSpPr/>
          <p:nvPr/>
        </p:nvSpPr>
        <p:spPr>
          <a:xfrm>
            <a:off x="0" y="320040"/>
            <a:ext cx="121916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4400"/>
              <a:buFont typeface="Arial Black"/>
              <a:buNone/>
            </a:pPr>
            <a:r>
              <a:rPr b="1" i="1" lang="en-US" sz="4400" u="none" cap="none" strike="noStrike">
                <a:solidFill>
                  <a:srgbClr val="2C2C2C"/>
                </a:solidFill>
                <a:latin typeface="Arial Black"/>
                <a:ea typeface="Arial Black"/>
                <a:cs typeface="Arial Black"/>
                <a:sym typeface="Arial Black"/>
              </a:rPr>
              <a:t>Tech Stack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042416" y="521208"/>
            <a:ext cx="475488" cy="475488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0673791" y="521208"/>
            <a:ext cx="475488" cy="475488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4"/>
          <p:cNvCxnSpPr/>
          <p:nvPr/>
        </p:nvCxnSpPr>
        <p:spPr>
          <a:xfrm>
            <a:off x="548640" y="4137660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4"/>
          <p:cNvCxnSpPr/>
          <p:nvPr/>
        </p:nvCxnSpPr>
        <p:spPr>
          <a:xfrm>
            <a:off x="6095848" y="1691640"/>
            <a:ext cx="0" cy="493776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4"/>
          <p:cNvSpPr/>
          <p:nvPr/>
        </p:nvSpPr>
        <p:spPr>
          <a:xfrm>
            <a:off x="502920" y="1691640"/>
            <a:ext cx="237744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02920" y="16916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 (수집기)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02920" y="2240280"/>
            <a:ext cx="5455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94360" y="2788920"/>
            <a:ext cx="5364328" cy="1211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raw socket 기반 HTTP 서버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 직접 INSERT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pthread 멀티스레드 처리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233008" y="1691640"/>
            <a:ext cx="237744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233008" y="16916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 (분류·API)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233008" y="2240280"/>
            <a:ext cx="5455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Kotlin / Ktor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324448" y="2788920"/>
            <a:ext cx="5364328" cy="1211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Exposed ORM + SQLite JDBC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유형 자동 분류 (코루틴)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 엔드포인트 3종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02920" y="4274820"/>
            <a:ext cx="237744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02920" y="42748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02920" y="4823460"/>
            <a:ext cx="5455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SQLite (WAL)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94360" y="5372100"/>
            <a:ext cx="5364328" cy="1211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파일 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C 모듈은 INSERT 전담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Kotlin은 분류·READ 전담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233008" y="4274820"/>
            <a:ext cx="237744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233008" y="42748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233008" y="4823460"/>
            <a:ext cx="5455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+ Vite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324448" y="5372100"/>
            <a:ext cx="5364328" cy="1211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axios로 API 폴링 (10초)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recharts 파이/바 차트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Char char="•"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유형별 색상 배지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894680" y="3936492"/>
            <a:ext cx="402336" cy="40233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Google Shape;114;p5"/>
          <p:cNvCxnSpPr/>
          <p:nvPr/>
        </p:nvCxnSpPr>
        <p:spPr>
          <a:xfrm>
            <a:off x="0" y="393192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5"/>
          <p:cNvSpPr/>
          <p:nvPr/>
        </p:nvSpPr>
        <p:spPr>
          <a:xfrm>
            <a:off x="1353312" y="3639312"/>
            <a:ext cx="585216" cy="58521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0253167" y="3639312"/>
            <a:ext cx="585216" cy="58521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0" y="2148840"/>
            <a:ext cx="1219169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8000"/>
              <a:buFont typeface="Arial Black"/>
              <a:buNone/>
            </a:pPr>
            <a:r>
              <a:rPr b="1" i="0" lang="en-US" sz="8000" u="none" cap="none" strike="noStrike">
                <a:solidFill>
                  <a:srgbClr val="2C2C2C"/>
                </a:solidFill>
                <a:latin typeface="Arial Black"/>
                <a:ea typeface="Arial Black"/>
                <a:cs typeface="Arial Black"/>
                <a:sym typeface="Arial Black"/>
              </a:rPr>
              <a:t>Modules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모듈 3종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" name="Google Shape;125;p6"/>
          <p:cNvCxnSpPr/>
          <p:nvPr/>
        </p:nvCxnSpPr>
        <p:spPr>
          <a:xfrm>
            <a:off x="0" y="141732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6"/>
          <p:cNvSpPr/>
          <p:nvPr/>
        </p:nvSpPr>
        <p:spPr>
          <a:xfrm>
            <a:off x="548640" y="27432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4000"/>
              <a:buFont typeface="Arial Black"/>
              <a:buNone/>
            </a:pPr>
            <a:r>
              <a:rPr b="1" i="1" lang="en-US" sz="4000" u="none" cap="none" strike="noStrike">
                <a:solidFill>
                  <a:srgbClr val="2C2C2C"/>
                </a:solidFill>
                <a:latin typeface="Arial Black"/>
                <a:ea typeface="Arial Black"/>
                <a:cs typeface="Arial Black"/>
                <a:sym typeface="Arial Black"/>
              </a:rPr>
              <a:t>Module 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297680" y="27432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C 코어 — 트래픽 수집 엔진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1167567" y="576072"/>
            <a:ext cx="402336" cy="40233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40080" y="1874520"/>
            <a:ext cx="109728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40080" y="18745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920240" y="18288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TCP 8080 포트에서 HTTP 요청을 수신하고 가짜 응답을 돌려준 뒤, 모든 요청을 SQLite에 그대로 적재한다.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40080" y="2926080"/>
            <a:ext cx="109728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640080" y="29260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920240" y="288036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server.c (소켓+pthread) · http_parser.c · response.c (가짜 응답) · logger.c (SQLite INSERT)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40080" y="3977640"/>
            <a:ext cx="109728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40080" y="39776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920240" y="393192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timestamp · IP · method · path · User-Agent · body  ※ attack_type은 NULL로 INSERT (Kotlin이 채움)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315200" y="1874520"/>
            <a:ext cx="4297680" cy="4114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498080" y="20116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미끼 엔드포인트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7498080" y="2514600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6"/>
          <p:cNvSpPr/>
          <p:nvPr/>
        </p:nvSpPr>
        <p:spPr>
          <a:xfrm>
            <a:off x="7589520" y="26974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/admin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144000" y="2697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  가짜 로그인 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7589520" y="32004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/.env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9144000" y="32004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  DB_PASSWORD=...  유출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589520" y="37033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/wp-login.php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144000" y="37033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  WordPress 로그인 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589520" y="42062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/.git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9144000" y="42062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  설정 누출 흉내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7589520" y="47091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/phpmyadmin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9144000" y="47091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  DB 관리툴 위장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589520" y="52120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기타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9144000" y="5212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404 Not 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29768" y="6190488"/>
            <a:ext cx="329184" cy="329184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7"/>
          <p:cNvCxnSpPr/>
          <p:nvPr/>
        </p:nvCxnSpPr>
        <p:spPr>
          <a:xfrm>
            <a:off x="8168335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7"/>
          <p:cNvSpPr/>
          <p:nvPr/>
        </p:nvSpPr>
        <p:spPr>
          <a:xfrm>
            <a:off x="9942271" y="1042416"/>
            <a:ext cx="475488" cy="475488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259775" y="283464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5000"/>
              <a:buFont typeface="Arial Black"/>
              <a:buNone/>
            </a:pPr>
            <a:r>
              <a:rPr b="1" i="1" lang="en-US" sz="5000" u="none" cap="none" strike="noStrike">
                <a:solidFill>
                  <a:srgbClr val="2C2C2C"/>
                </a:solidFill>
                <a:latin typeface="Arial Black"/>
                <a:ea typeface="Arial Black"/>
                <a:cs typeface="Arial Black"/>
                <a:sym typeface="Arial Black"/>
              </a:rPr>
              <a:t>Module 2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259775" y="36576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Kotlin / Ktor 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9978847" y="5376672"/>
            <a:ext cx="402336" cy="40233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40080" y="640080"/>
            <a:ext cx="100584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40080" y="64008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783080" y="640080"/>
            <a:ext cx="6035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C 모듈이 적재한 attack_type=NULL 행을 5초 주기로 읽어 분류 후 UPDATE하고, 프론트가 쓸 REST 엔드포인트 3종을 노출한다.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640080" y="1783080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7"/>
          <p:cNvSpPr/>
          <p:nvPr/>
        </p:nvSpPr>
        <p:spPr>
          <a:xfrm>
            <a:off x="640080" y="1965960"/>
            <a:ext cx="146304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40080" y="196596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엔드포인트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40080" y="269748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AB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9FAABA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371600" y="26974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/api/logs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931920" y="269748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로그 (limit · offset · type 필터)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40080" y="333756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AB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9FAABA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371600" y="33375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/api/stats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931920" y="333756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유형별 건수 집계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080" y="397764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AB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9FAABA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371600" y="39776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Consolas"/>
                <a:ea typeface="Consolas"/>
                <a:cs typeface="Consolas"/>
                <a:sym typeface="Consolas"/>
              </a:rPr>
              <a:t>/api/top-ips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931920" y="397764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공격자 IP 상위 N개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7"/>
          <p:cNvCxnSpPr/>
          <p:nvPr/>
        </p:nvCxnSpPr>
        <p:spPr>
          <a:xfrm>
            <a:off x="640080" y="4800600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7"/>
          <p:cNvSpPr/>
          <p:nvPr/>
        </p:nvSpPr>
        <p:spPr>
          <a:xfrm>
            <a:off x="640080" y="5074920"/>
            <a:ext cx="100584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40080" y="507492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783080" y="5074920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Ktor (CIO 엔진) · Exposed ORM · sqlite-jdbc · kotlinx.serialization · CORS 플러그인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40080" y="5715000"/>
            <a:ext cx="1371600" cy="41148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40080" y="57150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주기 작업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2148840" y="571500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코루틴 launch + delay(5초) — 미분류 행을 패턴 매칭으로 분류 → 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3" name="Google Shape;193;p8"/>
          <p:cNvCxnSpPr/>
          <p:nvPr/>
        </p:nvCxnSpPr>
        <p:spPr>
          <a:xfrm>
            <a:off x="0" y="141732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8"/>
          <p:cNvSpPr/>
          <p:nvPr/>
        </p:nvSpPr>
        <p:spPr>
          <a:xfrm>
            <a:off x="548640" y="27432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4000"/>
              <a:buFont typeface="Arial Black"/>
              <a:buNone/>
            </a:pPr>
            <a:r>
              <a:rPr b="1" i="1" lang="en-US" sz="4000" u="none" cap="none" strike="noStrike">
                <a:solidFill>
                  <a:srgbClr val="2C2C2C"/>
                </a:solidFill>
                <a:latin typeface="Arial Black"/>
                <a:ea typeface="Arial Black"/>
                <a:cs typeface="Arial Black"/>
                <a:sym typeface="Arial Black"/>
              </a:rPr>
              <a:t>Module 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297680" y="274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대시보드 — 실시간 시각화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1167567" y="576072"/>
            <a:ext cx="402336" cy="40233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40080" y="1874520"/>
            <a:ext cx="3108960" cy="114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822960" y="205740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822960" y="20574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StatCard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822960" y="25146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요청·유형별 건수 요약 카드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023360" y="1874520"/>
            <a:ext cx="3108960" cy="114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206240" y="205740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206240" y="20574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StatsChart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206240" y="25146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유형 비율 PieChart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40080" y="3246120"/>
            <a:ext cx="3108960" cy="114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822960" y="342900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822960" y="3429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22960" y="38862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 + 페이지네이션 테이블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023360" y="3246120"/>
            <a:ext cx="3108960" cy="1143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206240" y="342900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206240" y="34290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206240" y="38862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공격자 IP BarChart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772400" y="1874520"/>
            <a:ext cx="3840480" cy="420624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7955280" y="20116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 흐름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8"/>
          <p:cNvCxnSpPr/>
          <p:nvPr/>
        </p:nvCxnSpPr>
        <p:spPr>
          <a:xfrm>
            <a:off x="7955280" y="251460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8"/>
          <p:cNvSpPr/>
          <p:nvPr/>
        </p:nvSpPr>
        <p:spPr>
          <a:xfrm>
            <a:off x="795528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AB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9FAABA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458200" y="274320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App.jsx 마운트 시 axios로 3개 API 호출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955280" y="3337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AB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9FAABA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458200" y="33375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setInterval로 10초마다 재호출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95528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AB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9FAABA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458200" y="39319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응답을 props로 자식 컴포넌트에 전달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955280" y="4526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AB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9FAABA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8458200" y="45262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유형별 색상 배지 (SQLi · XSS 등)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7955280" y="5120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AAB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9FAABA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458200" y="51206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 변경 시 limit·offset·type 재요청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29768" y="6190488"/>
            <a:ext cx="329184" cy="329184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0" y="365760"/>
            <a:ext cx="121916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4400"/>
              <a:buFont typeface="Arial Black"/>
              <a:buNone/>
            </a:pPr>
            <a:r>
              <a:rPr b="1" i="1" lang="en-US" sz="4400" u="none" cap="none" strike="noStrike">
                <a:solidFill>
                  <a:srgbClr val="2C2C2C"/>
                </a:solidFill>
                <a:latin typeface="Arial Black"/>
                <a:ea typeface="Arial Black"/>
                <a:cs typeface="Arial Black"/>
                <a:sym typeface="Arial Black"/>
              </a:rPr>
              <a:t>Attack Types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0" y="114300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Kotlin 분류 엔진이 사용하는 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9"/>
          <p:cNvCxnSpPr/>
          <p:nvPr/>
        </p:nvCxnSpPr>
        <p:spPr>
          <a:xfrm>
            <a:off x="548640" y="1691640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9"/>
          <p:cNvCxnSpPr/>
          <p:nvPr/>
        </p:nvCxnSpPr>
        <p:spPr>
          <a:xfrm>
            <a:off x="548640" y="4320540"/>
            <a:ext cx="1109441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9"/>
          <p:cNvCxnSpPr/>
          <p:nvPr/>
        </p:nvCxnSpPr>
        <p:spPr>
          <a:xfrm>
            <a:off x="6095848" y="1874520"/>
            <a:ext cx="0" cy="475488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9"/>
          <p:cNvSpPr/>
          <p:nvPr/>
        </p:nvSpPr>
        <p:spPr>
          <a:xfrm>
            <a:off x="5894680" y="4119372"/>
            <a:ext cx="402336" cy="402336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822960" y="1965960"/>
            <a:ext cx="1554480" cy="45720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822960" y="1965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822960" y="25603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path 또는 body에 SQL 키워드 포함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22960" y="30175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SELECT · UNION · INSERT · DROP · -- · ' · 1=1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370168" y="1965960"/>
            <a:ext cx="1554480" cy="45720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6370168" y="1965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XSS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370168" y="25603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스크립트 인젝션 시도 패턴 검출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370168" y="30175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&lt;script · onerror= · onload= · javascript: · alert(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22960" y="4503420"/>
            <a:ext cx="1554480" cy="45720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822960" y="450342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브루트포스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22960" y="50977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/login · /admin 경로 반복 요청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822960" y="55549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동일 IP · 60초 · 10회 이상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370168" y="4503420"/>
            <a:ext cx="1554480" cy="45720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6370168" y="450342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370168" y="50977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취약 경로 자동 탐색 도구 패턴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370168" y="55549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/.env · /wp-login.php · /phpmyadmin · /.git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p10"/>
          <p:cNvCxnSpPr/>
          <p:nvPr/>
        </p:nvCxnSpPr>
        <p:spPr>
          <a:xfrm>
            <a:off x="6095848" y="731520"/>
            <a:ext cx="0" cy="128016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0"/>
          <p:cNvSpPr/>
          <p:nvPr/>
        </p:nvSpPr>
        <p:spPr>
          <a:xfrm>
            <a:off x="5839816" y="1755648"/>
            <a:ext cx="512064" cy="512064"/>
          </a:xfrm>
          <a:prstGeom prst="star4">
            <a:avLst>
              <a:gd fmla="val 12500" name="adj"/>
            </a:avLst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0" y="2468880"/>
            <a:ext cx="12191695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9200"/>
              <a:buFont typeface="Georgia"/>
              <a:buNone/>
            </a:pPr>
            <a:r>
              <a:rPr b="0" i="1" lang="en-US" sz="9200" u="none" cap="none" strike="noStrike">
                <a:solidFill>
                  <a:srgbClr val="2C2C2C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b="0" i="0" sz="9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0"/>
          <p:cNvCxnSpPr/>
          <p:nvPr/>
        </p:nvCxnSpPr>
        <p:spPr>
          <a:xfrm>
            <a:off x="0" y="4846320"/>
            <a:ext cx="12191695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0"/>
          <p:cNvSpPr/>
          <p:nvPr/>
        </p:nvSpPr>
        <p:spPr>
          <a:xfrm>
            <a:off x="5181448" y="5166360"/>
            <a:ext cx="1828800" cy="457200"/>
          </a:xfrm>
          <a:prstGeom prst="roundRect">
            <a:avLst>
              <a:gd fmla="val 50000" name="adj"/>
            </a:avLst>
          </a:prstGeom>
          <a:solidFill>
            <a:srgbClr val="D5DCE6"/>
          </a:solidFill>
          <a:ln cap="flat" cmpd="sng" w="9525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5181448" y="51663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C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발표자  이서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10"/>
          <p:cNvCxnSpPr/>
          <p:nvPr/>
        </p:nvCxnSpPr>
        <p:spPr>
          <a:xfrm>
            <a:off x="7558888" y="585216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9FAA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10"/>
          <p:cNvSpPr/>
          <p:nvPr/>
        </p:nvSpPr>
        <p:spPr>
          <a:xfrm>
            <a:off x="7741768" y="580644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Project   </a:t>
            </a: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 Honeypot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Stack       </a:t>
            </a: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C · Kotlin/Ktor · SQLite · React + Vite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Goal        </a:t>
            </a:r>
            <a:r>
              <a:rPr b="1" i="0" lang="en-US" sz="1300" u="none" cap="none" strike="noStrike">
                <a:solidFill>
                  <a:srgbClr val="2C2C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트래픽 자동 수집 · 분류 · 시각화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2026-04-15T09:26:23Z</dcterms:created>
  <dc:creator>이서</dc:creator>
</cp:coreProperties>
</file>